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>
        <p:scale>
          <a:sx n="66" d="100"/>
          <a:sy n="66" d="100"/>
        </p:scale>
        <p:origin x="1330" y="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B125-2F04-85CC-B9E4-859AD27DD3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8CF164-6A92-3964-A2E5-CD439A60E8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66AE8-A5E4-529C-376D-A7F21A81D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1255B-22D2-BFD0-6E2B-2CB909435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SOLELY FOR PURPOSES OF FORAGE WORK EXPERIENCE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AC3F9-8084-22E7-D885-8B98F38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687BFD-2914-5915-09E8-574865A5731A}"/>
              </a:ext>
            </a:extLst>
          </p:cNvPr>
          <p:cNvSpPr txBox="1">
            <a:spLocks/>
          </p:cNvSpPr>
          <p:nvPr userDrawn="1"/>
        </p:nvSpPr>
        <p:spPr>
          <a:xfrm>
            <a:off x="4038600" y="2079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SOLELY FOR PURPOSES OF FORAGE WORK EXPERIENCE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8963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96570-1523-0FD3-BC20-287B4073C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B1C4E-5C84-9734-9EE1-BF86FB5C5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56992-9D89-2C0C-4C2C-BAE80A944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FFCB4-8863-0CCB-49C4-B6B7CD564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F401C-D4D3-3500-4073-E532BD9F1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44B232F-D5B6-DEFE-8440-A43739EF1CB4}"/>
              </a:ext>
            </a:extLst>
          </p:cNvPr>
          <p:cNvSpPr txBox="1">
            <a:spLocks/>
          </p:cNvSpPr>
          <p:nvPr userDrawn="1"/>
        </p:nvSpPr>
        <p:spPr>
          <a:xfrm>
            <a:off x="4038600" y="-172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SOLELY FOR PURPOSES OF FORAGE WORK EXPERIENCE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441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419F-3AA8-7780-4AB2-0778AAAFC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10246-D5F0-A37C-2B2C-D6A6D3CB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2C001-3FCB-0E6B-9E1F-20622B91C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F9F14-D78E-F738-AB9A-82903D418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85AB1-BB89-8FEB-4B9B-6D47D0A3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108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90D2-E4BE-3BAB-80D6-46034DFB3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216A8-1C74-E2BB-5D51-957032134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2CC0D-CA4E-02C7-076E-55D511571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DE4EC-111C-93BE-1438-6CDC2E8FC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612E8-024B-A8EE-5D52-CE4D6B315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136DD-9F31-209F-5224-7E8DA5ED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0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AF4E-854C-2F13-E1E3-1FCD814C3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20CA3-8962-ED78-5627-E2AFD1FA8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FED54-B3EB-EDCE-24C1-E05D0B1AA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B824DE-EEE0-3583-344D-DEB814DF9A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3C5AD-D28A-542C-CF9F-7650793A3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CFE2E4-8192-9EA2-4489-80F4A15EF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24C7DB-3AF1-24E1-DCBE-207B96CA5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FA5518-D3AE-F720-2BE0-3F9DB2DF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295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B8F10-4EB4-0C0F-03BF-F531D235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1CEF92-A5CC-B946-CAFC-8C36EB5A1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0AED2-981A-D1A1-3051-5903B7A77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C34D5F-9056-9555-8436-92D63EF82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16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30EC6A-6AD6-AA45-F17C-03F69F0B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E86569-C17C-085A-6CBC-D1C4A186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85FA6-E886-1316-E77C-F547D6390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50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7938B-5BC3-3F7E-C07B-69D210458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5A36E-54F8-095F-63F4-D35F0CEA4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33D28-5C98-8AD3-E53B-B46BC56EF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D2A4C-20E2-A896-97ED-F88A7A238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6FC89-B6CF-07FC-4053-C9A2B6E43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4ECD2-23D6-A678-D6E6-CC8E80A41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068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D62C0-B9AF-01E3-3121-5E4CEC456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E6429-9B79-A736-0B9D-B13183DAC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859E1-EE15-4687-0846-74724C476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76135-5B72-1EEF-F390-24A30E0C2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86E81-CAA3-CA1B-34FD-D779E0A78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ACC89-7C0E-4493-8D29-3D8652C2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116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F7736-4A28-81E7-C82E-E08B91242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F6A39-8901-64F9-CB89-5DEDADC71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CAC13-CEF5-615F-7188-2FF616782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0B23E-BB41-954A-D844-68F59222D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B89A1-9BF9-CB79-4981-4A057B60A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234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33CEA5-A5BC-42F6-9417-DE058EAF38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B20003-77E7-76F4-127A-9FAD2038E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2C76B-2410-6DF5-E769-3F1375B9F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A810E-232E-6F62-BDC3-DA16DA4EE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9F2B8-DDB4-2806-89D5-BFB2856E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25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2A5E74-E7EA-A582-FEFF-7E8B6526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34B22-10EC-C970-0CA4-B2EEE5D44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68B27-F4D1-8804-8F24-49F4B5CF6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0FE10-F406-47AF-8AE1-E9BA4C7E25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3C49D-7C0D-DBB2-ECF5-D83556B86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B63AB-DEAA-1B23-7F83-4CF51358D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736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BCD4D-82A1-5AD0-053C-2CF73DA5B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8954" y="1629934"/>
            <a:ext cx="9144000" cy="1899994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+mn-lt"/>
              </a:rPr>
              <a:t>Sentiment Analysis of British Airways Customer Reviews</a:t>
            </a:r>
            <a:endParaRPr lang="en-GB" sz="54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0DC87-B7BC-1B7B-AB86-8B0F1FACB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8954" y="4018420"/>
            <a:ext cx="9144000" cy="829285"/>
          </a:xfrm>
        </p:spPr>
        <p:txBody>
          <a:bodyPr/>
          <a:lstStyle/>
          <a:p>
            <a:r>
              <a:rPr lang="en-US" dirty="0"/>
              <a:t>A data-driven insight into passenger experiences based on Skytrax reviews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76E303-5C92-585C-1FDC-5274DB81A68E}"/>
              </a:ext>
            </a:extLst>
          </p:cNvPr>
          <p:cNvSpPr txBox="1"/>
          <p:nvPr/>
        </p:nvSpPr>
        <p:spPr>
          <a:xfrm>
            <a:off x="9063897" y="5336197"/>
            <a:ext cx="1338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Sakshi Patel </a:t>
            </a:r>
          </a:p>
          <a:p>
            <a:r>
              <a:rPr lang="en-US" dirty="0"/>
              <a:t>May 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306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ADD12-D653-7463-3EAD-70846DE1F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861"/>
            <a:ext cx="10515600" cy="1135796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Customer Sentiment Overview</a:t>
            </a:r>
            <a:endParaRPr lang="en-GB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3250BB-3853-308D-7267-A9C2F3E156B1}"/>
              </a:ext>
            </a:extLst>
          </p:cNvPr>
          <p:cNvSpPr txBox="1"/>
          <p:nvPr/>
        </p:nvSpPr>
        <p:spPr>
          <a:xfrm>
            <a:off x="838200" y="1226908"/>
            <a:ext cx="82479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Title:</a:t>
            </a:r>
            <a:r>
              <a:rPr lang="en-US" dirty="0"/>
              <a:t> </a:t>
            </a:r>
            <a:r>
              <a:rPr lang="en-US" b="1" dirty="0"/>
              <a:t>Key Insights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 61% Positive</a:t>
            </a:r>
            <a:r>
              <a:rPr lang="en-US" dirty="0"/>
              <a:t>: Customers praised crew behavior and comfort.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 38% Negative</a:t>
            </a:r>
            <a:r>
              <a:rPr lang="en-US" dirty="0"/>
              <a:t>: Complaints about delays, baggage, and food quality.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 Most Common Terms</a:t>
            </a:r>
            <a:r>
              <a:rPr lang="en-US" dirty="0"/>
              <a:t>: “flight”, “crew”, “service”, “delayed”, “comfortable”.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FA4B29-0FF2-E992-A331-E26F47C68D9A}"/>
              </a:ext>
            </a:extLst>
          </p:cNvPr>
          <p:cNvSpPr txBox="1"/>
          <p:nvPr/>
        </p:nvSpPr>
        <p:spPr>
          <a:xfrm>
            <a:off x="9086128" y="3824174"/>
            <a:ext cx="337330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/>
              <a:t>Quick Stats :</a:t>
            </a:r>
          </a:p>
          <a:p>
            <a:pPr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Total Reviews: </a:t>
            </a:r>
            <a:r>
              <a:rPr lang="en-US" sz="2400" b="1" dirty="0"/>
              <a:t>1000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Positive: </a:t>
            </a:r>
            <a:r>
              <a:rPr lang="en-US" sz="2400" b="1" dirty="0"/>
              <a:t>614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Negative: </a:t>
            </a:r>
            <a:r>
              <a:rPr lang="en-US" sz="2400" b="1" dirty="0"/>
              <a:t>375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Neutral: </a:t>
            </a:r>
            <a:r>
              <a:rPr lang="en-US" sz="2400" b="1" dirty="0"/>
              <a:t>11</a:t>
            </a:r>
            <a:endParaRPr lang="en-US" sz="2400" dirty="0"/>
          </a:p>
          <a:p>
            <a:endParaRPr lang="en-IN" dirty="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2197F3AC-2E6C-4BA5-398A-745E4827D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60" y="2362704"/>
            <a:ext cx="8507395" cy="4301435"/>
          </a:xfr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4955A80-738B-E6BA-584A-76CCA9148A4B}"/>
              </a:ext>
            </a:extLst>
          </p:cNvPr>
          <p:cNvSpPr txBox="1"/>
          <p:nvPr/>
        </p:nvSpPr>
        <p:spPr>
          <a:xfrm>
            <a:off x="6009650" y="2704236"/>
            <a:ext cx="28522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✅ Positive Reviews: 61.4%</a:t>
            </a:r>
          </a:p>
          <a:p>
            <a:r>
              <a:rPr lang="en-IN" sz="1400" dirty="0"/>
              <a:t>❌ Negative Reviews: 37.5%</a:t>
            </a:r>
          </a:p>
          <a:p>
            <a:r>
              <a:rPr lang="en-IN" sz="1400" dirty="0"/>
              <a:t>🔁 Neutral Reviews: 1.1%</a:t>
            </a:r>
          </a:p>
        </p:txBody>
      </p:sp>
    </p:spTree>
    <p:extLst>
      <p:ext uri="{BB962C8B-B14F-4D97-AF65-F5344CB8AC3E}">
        <p14:creationId xmlns:p14="http://schemas.microsoft.com/office/powerpoint/2010/main" val="1911081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109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Sentiment Analysis of British Airways Customer Reviews</vt:lpstr>
      <vt:lpstr>Customer Sentiment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Susan Robinson</dc:creator>
  <cp:lastModifiedBy>sakshi patel</cp:lastModifiedBy>
  <cp:revision>3</cp:revision>
  <dcterms:created xsi:type="dcterms:W3CDTF">2022-12-06T11:13:27Z</dcterms:created>
  <dcterms:modified xsi:type="dcterms:W3CDTF">2025-05-07T17:21:01Z</dcterms:modified>
</cp:coreProperties>
</file>